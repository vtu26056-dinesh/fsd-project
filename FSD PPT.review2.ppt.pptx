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r>
              <a:rPr lang="en-US" sz="3600" dirty="0"/>
              <a:t>Design and develop a React JS based web application for Ticket Booking of an Internal Department Event (such as technical fest, or seminar)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17 - 04 - 2026</a:t>
            </a:r>
            <a:endParaRPr lang="en-US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V.Dinesh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VTU26056– Reg.No.23UECS0586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Rahman- 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: 9 –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Industry,Innovation,Infrastructure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791588" y="2186824"/>
            <a:ext cx="1559358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Traditionally, ticket booking for such events is managed manually or using basic tools like spreadsheets or 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approach can lead to issues such as data duplication, errors in ticket allocation, difficulty in tracking attendees, and inefficient management of event capacity.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 overcome these challenges, there is a need for an automated system that simplifies ticket booking and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focuses on designing and developing a React JS-based web application for ticket booking of internal department events.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allows users to register, log in, view available events, and book tickets easily.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application uses modern web technologies to improve efficiency, reduce manual effort, and enhance user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has real-world relevance as event management systems are widely used in colleges, organizations, and conferences.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57400" y="1741463"/>
            <a:ext cx="14401800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Managing event ticket bookings manually or using simple tools can lead to several problems.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may be errors in recording user details, overbooking of tickets, and difficulty in tracking the number of participants.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Existing systems may not provide real-time updates on ticket availability.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is also a lack of proper user authentication and centralized data management in traditional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Event organizers face challenges in managing attendee lists and ensuring smooth event execution.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Therefore, there is a need for a reliable and automated system that can efficiently handle ticket booking, user management, and event tracking.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57400" y="2324100"/>
            <a:ext cx="152790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design and develop</a:t>
            </a:r>
            <a:r>
              <a:rPr lang="en-US" sz="2800" dirty="0"/>
              <a:t> </a:t>
            </a:r>
            <a:r>
              <a:rPr lang="en-US" sz="2800" b="1" dirty="0"/>
              <a:t> :  </a:t>
            </a:r>
            <a:r>
              <a:rPr lang="en-US" sz="2800" dirty="0"/>
              <a:t>A</a:t>
            </a:r>
            <a:r>
              <a:rPr lang="en-US" sz="2800" b="1" dirty="0"/>
              <a:t> </a:t>
            </a:r>
            <a:r>
              <a:rPr lang="en-US" sz="2800" dirty="0"/>
              <a:t>React JS-based web application that allows users to register, log in, view events, and book tickets for internal department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implement and improve :  </a:t>
            </a:r>
            <a:r>
              <a:rPr lang="en-US" sz="2800" dirty="0"/>
              <a:t>Features such as real-time ticket availability, secure user authentication, and efficient event management to enhance user experience and system performance.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49460" y="2095500"/>
            <a:ext cx="14563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proposed system is a web-based ticket booking application developed using React JS for the frontend. It allows users to browse available events such as technical fests, seminars, or workshops and book tickets online.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provides functionalities like user registration, login, event listing, ticket selection, and booking confirmation. It maintains a centralized database to store user details, event information, and booking records.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application ensures that ticket availability is updated in real time, preventing overbooking. It also provides an admin interface to manage events, monitor bookings, and generate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Compared to traditional systems, this solution improves accuracy, efficiency, and user convenience. It is scalable and can be extended to support multiple events and advanced features like online payments.</a:t>
            </a: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749460" y="1146935"/>
            <a:ext cx="16355344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r>
              <a:rPr lang="en-US" sz="2800" b="1" dirty="0"/>
              <a:t>Input 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 registration details (name, email, password)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Login credentials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Event selection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Number of tickets to book</a:t>
            </a:r>
            <a:r>
              <a:rPr lang="en-IN" sz="2800" dirty="0"/>
              <a:t>Processing </a:t>
            </a:r>
            <a:r>
              <a:rPr lang="en-IN" sz="2800" b="1" dirty="0"/>
              <a:t>.</a:t>
            </a:r>
          </a:p>
          <a:p>
            <a:r>
              <a:rPr lang="en-IN" sz="2800" b="1" dirty="0"/>
              <a:t>Processing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 authentication and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Fetching event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Checking ticket availability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Processing booking request.</a:t>
            </a:r>
          </a:p>
          <a:p>
            <a:r>
              <a:rPr lang="en-US" sz="2800" b="1" dirty="0"/>
              <a:t>Database :</a:t>
            </a:r>
          </a:p>
          <a:p>
            <a:r>
              <a:rPr lang="en-US" sz="2800" dirty="0"/>
              <a:t>User information</a:t>
            </a:r>
          </a:p>
          <a:p>
            <a:r>
              <a:rPr lang="en-US" sz="2800" dirty="0"/>
              <a:t>Event details (name, date, capacity)</a:t>
            </a:r>
          </a:p>
          <a:p>
            <a:r>
              <a:rPr lang="en-US" sz="2800" dirty="0"/>
              <a:t>Booking records.</a:t>
            </a:r>
          </a:p>
          <a:p>
            <a:r>
              <a:rPr lang="en-US" sz="2800" b="1" dirty="0"/>
              <a:t>Output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Successful registration/login message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 of available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Ticket booking confirmation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Admin reports and dashboards.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1717612" y="1528370"/>
            <a:ext cx="15171506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USER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[1. Register / Login]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[2. View Available Events]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[3. Select Event &amp; Tickets]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[4. Booking Confirmation]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[5. Store Booking Details in Database]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[6. Update Ticket Availability]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[7. Generate Ticket / Confirmation]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▼</a:t>
            </a:r>
            <a:br>
              <a:rPr lang="en-IN" sz="2000" dirty="0"/>
            </a:br>
            <a:r>
              <a:rPr lang="en-IN" sz="2000" dirty="0"/>
              <a:t>USER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025380" y="393012"/>
            <a:ext cx="15599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77B362-16AA-B0FD-269B-E4AE8D2B0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929" y="1664388"/>
            <a:ext cx="15918471" cy="8229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Frontend:</a:t>
            </a:r>
          </a:p>
          <a:p>
            <a:r>
              <a:rPr lang="en-IN" sz="2400" dirty="0"/>
              <a:t>HTML5.</a:t>
            </a:r>
          </a:p>
          <a:p>
            <a:r>
              <a:rPr lang="en-IN" sz="2400" dirty="0"/>
              <a:t>CSS3.</a:t>
            </a:r>
          </a:p>
          <a:p>
            <a:r>
              <a:rPr lang="en-IN" sz="2400" dirty="0"/>
              <a:t>JavaScript (ES6).</a:t>
            </a:r>
          </a:p>
          <a:p>
            <a:pPr marL="0" indent="0">
              <a:buNone/>
            </a:pPr>
            <a:r>
              <a:rPr lang="en-IN" sz="2800" b="1" dirty="0"/>
              <a:t>Backend:</a:t>
            </a:r>
          </a:p>
          <a:p>
            <a:r>
              <a:rPr lang="en-US" sz="2800" dirty="0"/>
              <a:t>Node.js / Express.js (or Java Spring Boot if required)</a:t>
            </a:r>
            <a:endParaRPr lang="en-IN" sz="2800" b="1" dirty="0"/>
          </a:p>
          <a:p>
            <a:pPr marL="0" indent="0">
              <a:buNone/>
            </a:pPr>
            <a:r>
              <a:rPr lang="en-IN" sz="2800" b="1" dirty="0"/>
              <a:t>Database:</a:t>
            </a:r>
          </a:p>
          <a:p>
            <a:r>
              <a:rPr lang="en-IN" sz="2800" dirty="0"/>
              <a:t>MySQL / MongoDB</a:t>
            </a:r>
            <a:endParaRPr lang="en-IN" sz="2800" b="1" dirty="0"/>
          </a:p>
          <a:p>
            <a:pPr marL="0" indent="0">
              <a:buNone/>
            </a:pPr>
            <a:r>
              <a:rPr lang="en-IN" sz="2800" b="1" dirty="0"/>
              <a:t>Tools:</a:t>
            </a:r>
          </a:p>
          <a:p>
            <a:r>
              <a:rPr lang="en-IN" sz="2400" dirty="0"/>
              <a:t>Notepad.</a:t>
            </a:r>
          </a:p>
          <a:p>
            <a:r>
              <a:rPr lang="en-IN" sz="2400" dirty="0"/>
              <a:t>Postman (API testing).</a:t>
            </a:r>
          </a:p>
          <a:p>
            <a:r>
              <a:rPr lang="en-IN" sz="2400" dirty="0"/>
              <a:t>Git (version control).</a:t>
            </a:r>
          </a:p>
          <a:p>
            <a:r>
              <a:rPr lang="en-IN" sz="2400" dirty="0" err="1"/>
              <a:t>Commandprompt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b="1" dirty="0"/>
              <a:t>Hardware Requirements:</a:t>
            </a:r>
          </a:p>
          <a:p>
            <a:r>
              <a:rPr lang="en-IN" sz="2400" dirty="0"/>
              <a:t>Laptop/Desktop.</a:t>
            </a:r>
          </a:p>
          <a:p>
            <a:r>
              <a:rPr lang="en-IN" sz="2400" dirty="0"/>
              <a:t>Minimum 4GB RAM &amp; Internet connection.</a:t>
            </a:r>
          </a:p>
          <a:p>
            <a:pPr marL="0" indent="0">
              <a:buNone/>
            </a:pPr>
            <a:r>
              <a:rPr lang="en-IN" sz="2400" b="1" dirty="0"/>
              <a:t>Software Requirements:</a:t>
            </a:r>
          </a:p>
          <a:p>
            <a:r>
              <a:rPr lang="en-IN" sz="2400" dirty="0"/>
              <a:t>Node.js.</a:t>
            </a:r>
          </a:p>
          <a:p>
            <a:r>
              <a:rPr lang="en-IN" sz="2400" dirty="0"/>
              <a:t>Web Browser.</a:t>
            </a:r>
          </a:p>
          <a:p>
            <a:r>
              <a:rPr lang="en-IN" sz="2400" dirty="0"/>
              <a:t>Operating System (Windows/Linux).</a:t>
            </a:r>
          </a:p>
          <a:p>
            <a:endParaRPr lang="en-IN" sz="2400" dirty="0"/>
          </a:p>
          <a:p>
            <a:endParaRPr lang="en-IN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57401" y="1895469"/>
            <a:ext cx="15708364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US" sz="2800" dirty="0"/>
              <a:t>Handles user registration, login, and profile management. Ensures secure authentication for accessing the system</a:t>
            </a:r>
            <a:endParaRPr lang="en-IN" sz="2800" b="1" dirty="0"/>
          </a:p>
          <a:p>
            <a:r>
              <a:rPr lang="en-IN" sz="2800" b="1" dirty="0"/>
              <a:t>Module 2: Event  Processing</a:t>
            </a:r>
          </a:p>
          <a:p>
            <a:r>
              <a:rPr lang="en-US" sz="2800" dirty="0"/>
              <a:t>Displays available events with details such as date, time, and ticket availability. Admin can add or update events.</a:t>
            </a:r>
            <a:endParaRPr lang="en-IN" sz="2800" b="1" dirty="0"/>
          </a:p>
          <a:p>
            <a:r>
              <a:rPr lang="en-IN" sz="2800" b="1" dirty="0"/>
              <a:t>Module 3: </a:t>
            </a:r>
            <a:r>
              <a:rPr lang="en-IN" sz="2800" b="1" dirty="0" err="1"/>
              <a:t>Tickect</a:t>
            </a:r>
            <a:r>
              <a:rPr lang="en-IN" sz="2800" b="1" dirty="0"/>
              <a:t> Booking System</a:t>
            </a:r>
          </a:p>
          <a:p>
            <a:r>
              <a:rPr lang="en-US" sz="2800" dirty="0"/>
              <a:t>Allows users to select events and book tickets. Ensures that tickets are booked only if available.</a:t>
            </a:r>
          </a:p>
          <a:p>
            <a:endParaRPr lang="en-IN" sz="2800" b="1" dirty="0"/>
          </a:p>
          <a:p>
            <a:r>
              <a:rPr lang="en-IN" sz="2800" b="1" dirty="0"/>
              <a:t>Module 4: Database Management</a:t>
            </a:r>
          </a:p>
          <a:p>
            <a:r>
              <a:rPr lang="en-US" sz="2800" dirty="0"/>
              <a:t>Stores user data, event details, and booking records securely for easy retrieval and management.</a:t>
            </a:r>
          </a:p>
          <a:p>
            <a:r>
              <a:rPr lang="en-US" sz="2800" b="1" dirty="0"/>
              <a:t>Module 5 : </a:t>
            </a:r>
            <a:r>
              <a:rPr lang="en-IN" sz="2800" b="1" dirty="0"/>
              <a:t>Reporting &amp; Admin Panel</a:t>
            </a:r>
          </a:p>
          <a:p>
            <a:r>
              <a:rPr lang="en-US" sz="2800" dirty="0"/>
              <a:t>Provides reports on bookings, number of participants, and event performance for admin users.</a:t>
            </a:r>
            <a:endParaRPr lang="en-IN" sz="2800" b="1" dirty="0"/>
          </a:p>
          <a:p>
            <a:endParaRPr lang="en-IN" sz="2800" b="1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3AABC-92F2-E7D0-89C6-41045D3385D6}"/>
              </a:ext>
            </a:extLst>
          </p:cNvPr>
          <p:cNvSpPr txBox="1"/>
          <p:nvPr/>
        </p:nvSpPr>
        <p:spPr>
          <a:xfrm>
            <a:off x="2395171" y="7124700"/>
            <a:ext cx="132258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 implement the </a:t>
            </a:r>
            <a:r>
              <a:rPr lang="en-US" sz="2800" b="1" dirty="0"/>
              <a:t>React JS based Ticket Booking Web Application</a:t>
            </a:r>
            <a:r>
              <a:rPr lang="en-US" sz="2800" dirty="0"/>
              <a:t>, first install Node.js on your system, as it includes </a:t>
            </a:r>
            <a:r>
              <a:rPr lang="en-US" sz="2800" dirty="0" err="1"/>
              <a:t>npm</a:t>
            </a:r>
            <a:r>
              <a:rPr lang="en-US" sz="2800" dirty="0"/>
              <a:t> (Node Package Manager), which is required to manage dependencies. After installation, verify it by running </a:t>
            </a:r>
            <a:r>
              <a:rPr lang="en-US" dirty="0"/>
              <a:t>node -v</a:t>
            </a:r>
            <a:r>
              <a:rPr lang="en-US" sz="2800" dirty="0"/>
              <a:t> and </a:t>
            </a:r>
            <a:r>
              <a:rPr lang="en-US" dirty="0" err="1"/>
              <a:t>npm</a:t>
            </a:r>
            <a:r>
              <a:rPr lang="en-US" dirty="0"/>
              <a:t> -v</a:t>
            </a:r>
            <a:r>
              <a:rPr lang="en-US" sz="2800" dirty="0"/>
              <a:t> in the Command Prompt.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Then navigate into the project folder using </a:t>
            </a:r>
            <a:r>
              <a:rPr lang="en-US" dirty="0"/>
              <a:t>cd ticket-booking-app</a:t>
            </a:r>
            <a:r>
              <a:rPr lang="en-US" sz="2800" dirty="0"/>
              <a:t> and start the application by running </a:t>
            </a:r>
            <a:r>
              <a:rPr lang="en-US" dirty="0" err="1"/>
              <a:t>npm</a:t>
            </a:r>
            <a:r>
              <a:rPr lang="en-US" dirty="0"/>
              <a:t> start</a:t>
            </a:r>
            <a:r>
              <a:rPr lang="en-US" sz="2800" dirty="0"/>
              <a:t>, which will open the project in a browser at </a:t>
            </a:r>
            <a:r>
              <a:rPr lang="en-US" dirty="0"/>
              <a:t>http://localhost:3000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  <a:p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608008-6A82-41AD-FEB8-0BE625494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1766887"/>
            <a:ext cx="8258175" cy="451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179403" y="1695376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7B5FC-2EC9-7CAF-ADA8-E68123309EBB}"/>
              </a:ext>
            </a:extLst>
          </p:cNvPr>
          <p:cNvSpPr txBox="1"/>
          <p:nvPr/>
        </p:nvSpPr>
        <p:spPr>
          <a:xfrm>
            <a:off x="2425568" y="7244032"/>
            <a:ext cx="1132998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Event Ticket Booking system is implemented using a React JS interface where users can view available events such as technical fests and seminars with details like date, time, and seat availability.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processes the booking and displays a confirmation with booking details. All user, event, and booking data are stored and managed efficiently in the backend database.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37E695-4FE2-12FB-AC79-C7136F982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485900"/>
            <a:ext cx="8610600" cy="528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1627896" y="1638300"/>
            <a:ext cx="1566422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C1932-25E3-B0AF-1ED5-0002DFF65069}"/>
              </a:ext>
            </a:extLst>
          </p:cNvPr>
          <p:cNvSpPr txBox="1"/>
          <p:nvPr/>
        </p:nvSpPr>
        <p:spPr>
          <a:xfrm>
            <a:off x="2050268" y="5267420"/>
            <a:ext cx="144139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status ensures the user receives the fastest possible assistance and the most comprehensive toolset available. After successful booking, a ticket summary is generated displaying all user and event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After successful booking, a ticket summary is generated displaying all user and event details. </a:t>
            </a:r>
          </a:p>
          <a:p>
            <a:endParaRPr lang="en-US" sz="2800" dirty="0"/>
          </a:p>
          <a:p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BB9C1-1F75-1F93-10C9-679BA284C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604963"/>
            <a:ext cx="7391400" cy="39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CC58C-4392-3A0E-93AC-BDC821B0668D}"/>
              </a:ext>
            </a:extLst>
          </p:cNvPr>
          <p:cNvSpPr txBox="1"/>
          <p:nvPr/>
        </p:nvSpPr>
        <p:spPr>
          <a:xfrm>
            <a:off x="2039349" y="6867860"/>
            <a:ext cx="152379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demonstrates efficient use of React components and state management for building a dynamic web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After booking, a ticket summary page is displayed showing all relevant details such as name, event, number of tickets, and total amount.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9EF79-0474-284C-E6B9-430563F32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854907"/>
            <a:ext cx="11887200" cy="46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80FBC69-3E18-412A-52FC-303901D11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535" y="2269670"/>
            <a:ext cx="13106400" cy="6455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ADVANTAGES :</a:t>
            </a:r>
          </a:p>
          <a:p>
            <a:r>
              <a:rPr lang="en-US" sz="2400" dirty="0"/>
              <a:t>The Event Ticket Booking System provides a simple and user-friendly interface that makes event registration easy for users.</a:t>
            </a:r>
          </a:p>
          <a:p>
            <a:r>
              <a:rPr lang="en-US" sz="2400" dirty="0"/>
              <a:t>It allows quick booking of tickets with automatic price calculation, reducing manual errors. </a:t>
            </a:r>
          </a:p>
          <a:p>
            <a:r>
              <a:rPr lang="en-US" sz="2400" dirty="0"/>
              <a:t>The application is fast and responsive since it is built using React JS with component-based architecture. </a:t>
            </a:r>
          </a:p>
          <a:p>
            <a:r>
              <a:rPr lang="en-US" sz="2400" dirty="0"/>
              <a:t>It improves efficiency by organizing event selection, booking, and confirmation in a single platform. </a:t>
            </a:r>
          </a:p>
          <a:p>
            <a:pPr marL="0" indent="0">
              <a:buNone/>
            </a:pPr>
            <a:r>
              <a:rPr lang="en-IN" sz="2800" b="1" dirty="0"/>
              <a:t>Limitations:</a:t>
            </a:r>
          </a:p>
          <a:p>
            <a:r>
              <a:rPr lang="en-US" sz="2400" dirty="0"/>
              <a:t>The system currently works only on the frontend and does not store data permanently, so bookings are lost after page refresh. </a:t>
            </a:r>
          </a:p>
          <a:p>
            <a:r>
              <a:rPr lang="en-US" sz="2400" dirty="0"/>
              <a:t>It does not include authentication or user login features, which limits personalized access.</a:t>
            </a:r>
          </a:p>
          <a:p>
            <a:r>
              <a:rPr lang="en-US" sz="2400" dirty="0"/>
              <a:t>There is no backend or database integration for managing large-scale event data. Payment processing is not implemented, so it is not suitable for real-world ticket transactions. </a:t>
            </a:r>
          </a:p>
          <a:p>
            <a:r>
              <a:rPr lang="en-US" sz="2400" dirty="0"/>
              <a:t>The system does not support seat selection or real-time availability checking, which is essential for large-scale ticket booking platforms.</a:t>
            </a:r>
            <a:endParaRPr lang="en-IN" sz="2400" b="1" dirty="0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55956C5D-D2FA-66E5-AED9-264A96C4E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255275"/>
            <a:ext cx="99305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1487</Words>
  <Application>Microsoft Office PowerPoint</Application>
  <PresentationFormat>Custom</PresentationFormat>
  <Paragraphs>297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Bookman Old Style</vt:lpstr>
      <vt:lpstr>Times New Roman</vt:lpstr>
      <vt:lpstr>Gotham</vt:lpstr>
      <vt:lpstr>Calibri</vt:lpstr>
      <vt:lpstr>Cambria</vt:lpstr>
      <vt:lpstr>Arial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Rayala Balapoojitha</dc:creator>
  <cp:lastModifiedBy>Rayala Balapoojitha</cp:lastModifiedBy>
  <cp:revision>14</cp:revision>
  <dcterms:created xsi:type="dcterms:W3CDTF">2006-08-16T00:00:00Z</dcterms:created>
  <dcterms:modified xsi:type="dcterms:W3CDTF">2026-04-17T02:19:10Z</dcterms:modified>
  <dc:identifier>DAHCaYqJ9OU</dc:identifier>
</cp:coreProperties>
</file>